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120E25-F567-4298-9678-8F86061C4D0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redetermin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BA73A7-7DC9-4DCC-9CD7-AC93FE3DFE8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MX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</a:t>
            </a: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ul</a:t>
            </a: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</a:t>
            </a: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</a:t>
            </a: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</a:t>
            </a: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ar</a:t>
            </a: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</a:t>
            </a: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</a:t>
            </a: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</a:t>
            </a: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ta</a:t>
            </a: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 </a:t>
            </a: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 </a:t>
            </a: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</a:t>
            </a: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</a:t>
            </a: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at</a:t>
            </a: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</a:t>
            </a: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 </a:t>
            </a: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</a:t>
            </a: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xt</a:t>
            </a: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</a:t>
            </a: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</a:t>
            </a: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</a:t>
            </a: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tít</a:t>
            </a: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ul</a:t>
            </a: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s-MX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s-MX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es-MX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MX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E0BD2F4-88B9-4167-846E-4426F1FE83AC}" type="slidenum">
              <a:rPr b="0" lang="es-MX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es-MX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" descr=""/>
          <p:cNvPicPr/>
          <p:nvPr/>
        </p:nvPicPr>
        <p:blipFill>
          <a:blip r:embed="rId1"/>
          <a:stretch/>
        </p:blipFill>
        <p:spPr>
          <a:xfrm>
            <a:off x="0" y="720"/>
            <a:ext cx="10079640" cy="566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5701320" y="3042000"/>
            <a:ext cx="3095640" cy="191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spAutoFit/>
          </a:bodyPr>
          <a:p>
            <a:pPr algn="r"/>
            <a:r>
              <a:rPr b="0" lang="es-MX" sz="2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AN</a:t>
            </a:r>
            <a:r>
              <a:rPr b="0" lang="es-MX" sz="2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ÁLI</a:t>
            </a:r>
            <a:r>
              <a:rPr b="0" lang="es-MX" sz="2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SIS </a:t>
            </a:r>
            <a:r>
              <a:rPr b="0" lang="es-MX" sz="2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VE</a:t>
            </a:r>
            <a:r>
              <a:rPr b="0" lang="es-MX" sz="2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NTA</a:t>
            </a:r>
            <a:r>
              <a:rPr b="0" lang="es-MX" sz="2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</a:t>
            </a:r>
            <a:endParaRPr b="0" lang="es-MX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/>
            <a:r>
              <a:rPr b="0" lang="es-MX" sz="2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</a:t>
            </a:r>
            <a:r>
              <a:rPr b="0" lang="es-MX" sz="2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VE</a:t>
            </a:r>
            <a:r>
              <a:rPr b="0" lang="es-MX" sz="2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HÍC</a:t>
            </a:r>
            <a:r>
              <a:rPr b="0" lang="es-MX" sz="2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UL</a:t>
            </a:r>
            <a:r>
              <a:rPr b="0" lang="es-MX" sz="2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OS </a:t>
            </a:r>
            <a:endParaRPr b="0" lang="es-MX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/>
            <a:r>
              <a:rPr b="0" lang="es-MX" sz="2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 </a:t>
            </a:r>
            <a:r>
              <a:rPr b="0" lang="es-MX" sz="2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ORI</a:t>
            </a:r>
            <a:r>
              <a:rPr b="0" lang="es-MX" sz="2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GE</a:t>
            </a:r>
            <a:r>
              <a:rPr b="0" lang="es-MX" sz="2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N</a:t>
            </a:r>
            <a:endParaRPr b="0" lang="es-MX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/>
            <a:r>
              <a:rPr b="0" lang="es-MX" sz="2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{{O</a:t>
            </a:r>
            <a:r>
              <a:rPr b="0" lang="es-MX" sz="2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RIG</a:t>
            </a:r>
            <a:r>
              <a:rPr b="0" lang="es-MX" sz="2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EN}</a:t>
            </a:r>
            <a:r>
              <a:rPr b="0" lang="es-MX" sz="2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}</a:t>
            </a:r>
            <a:endParaRPr b="0" lang="es-MX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" name="" descr=""/>
          <p:cNvPicPr/>
          <p:nvPr/>
        </p:nvPicPr>
        <p:blipFill>
          <a:blip r:embed="rId2"/>
          <a:stretch/>
        </p:blipFill>
        <p:spPr>
          <a:xfrm>
            <a:off x="3408120" y="-8280"/>
            <a:ext cx="6441480" cy="567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" name="" descr=""/>
          <p:cNvPicPr/>
          <p:nvPr/>
        </p:nvPicPr>
        <p:blipFill>
          <a:blip r:embed="rId3"/>
          <a:stretch/>
        </p:blipFill>
        <p:spPr>
          <a:xfrm>
            <a:off x="9078480" y="4854960"/>
            <a:ext cx="771120" cy="685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" descr=""/>
          <p:cNvPicPr/>
          <p:nvPr/>
        </p:nvPicPr>
        <p:blipFill>
          <a:blip r:embed="rId1"/>
          <a:stretch/>
        </p:blipFill>
        <p:spPr>
          <a:xfrm>
            <a:off x="360" y="0"/>
            <a:ext cx="10079640" cy="5000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" name="" descr=""/>
          <p:cNvPicPr/>
          <p:nvPr/>
        </p:nvPicPr>
        <p:blipFill>
          <a:blip r:embed="rId2"/>
          <a:stretch/>
        </p:blipFill>
        <p:spPr>
          <a:xfrm>
            <a:off x="74160" y="183960"/>
            <a:ext cx="9908640" cy="5486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281</TotalTime>
  <Application>LibreOffice/25.8.2.2$Linux_X86_64 LibreOffice_project/580$Build-2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2025-11-14T14:12:35Z</dcterms:created>
  <dc:creator/>
  <dc:description/>
  <dc:language>es-MX</dc:language>
  <cp:lastModifiedBy/>
  <dcterms:modified xsi:type="dcterms:W3CDTF">2025-11-15T11:40:35Z</dcterms:modified>
  <cp:revision>7</cp:revision>
  <dc:subject/>
  <dc:title/>
</cp:coreProperties>
</file>